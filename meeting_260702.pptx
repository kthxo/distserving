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ThunderAgent 재현 실험</a:t>
            </a:r>
          </a:p>
          <a:p>
            <a:r>
              <a:rPr sz="2000">
                <a:solidFill>
                  <a:srgbClr val="CFDDEE"/>
                </a:solidFill>
              </a:rPr>
              <a:t>Homogeneous baseline 재현 → Heterogeneous 방향 논의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강윤의  ·  2026-07-02  ·  격주 미팅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배경: 에이전트 서빙은 왜 기존과 다른가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기존 채팅형 LLM: 요청 1개 → 리즈닝 1회 → 끝. </a:t>
            </a:r>
            <a:r>
              <a:rPr sz="1800" b="1">
                <a:solidFill>
                  <a:srgbClr val="444444"/>
                </a:solidFill>
              </a:rPr>
              <a:t>스케줄 단위 = 요청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에이전트(ReAct): 리즈닝 ↔ 툴콜을 여러 턴 반복. </a:t>
            </a:r>
            <a:r>
              <a:rPr sz="1800" b="1">
                <a:solidFill>
                  <a:srgbClr val="444444"/>
                </a:solidFill>
              </a:rPr>
              <a:t>스케줄 단위 = 프로그램(세션 전체)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여기서 두 가지 특성이 새로 생긴다: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툴콜 중에는 GPU가 노는 </a:t>
            </a:r>
            <a:r>
              <a:rPr sz="1600" b="1">
                <a:solidFill>
                  <a:srgbClr val="444444"/>
                </a:solidFill>
              </a:rPr>
              <a:t>‘버블’</a:t>
            </a:r>
            <a:r>
              <a:rPr sz="1600" b="0">
                <a:solidFill>
                  <a:srgbClr val="444444"/>
                </a:solidFill>
              </a:rPr>
              <a:t> 이 생김 (자원 특성이 리즈닝과 다름)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멀티턴이라 </a:t>
            </a:r>
            <a:r>
              <a:rPr sz="1600" b="1">
                <a:solidFill>
                  <a:srgbClr val="444444"/>
                </a:solidFill>
              </a:rPr>
              <a:t>KV 캐시가 턴마다 유기적으로 누적</a:t>
            </a:r>
            <a:r>
              <a:rPr sz="1600" b="0">
                <a:solidFill>
                  <a:srgbClr val="444444"/>
                </a:solidFill>
              </a:rPr>
              <a:t> → 매 턴 새 부분만 프리필(부분 프리필)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→ 요청 하나씩 보면 안 되고, </a:t>
            </a:r>
            <a:r>
              <a:rPr sz="1800" b="1">
                <a:solidFill>
                  <a:srgbClr val="444444"/>
                </a:solidFill>
              </a:rPr>
              <a:t>프로그램 전체를 통으로 관리</a:t>
            </a:r>
            <a:r>
              <a:rPr sz="1800" b="0">
                <a:solidFill>
                  <a:srgbClr val="444444"/>
                </a:solidFill>
              </a:rPr>
              <a:t>해야 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핵심: 멀티턴 KV 누적 + 툴콜 버블이 기존 서빙 가정과 다르다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ThunderAgent가 푸는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멀티 인스턴스 라우팅의 근본 트레이드오프: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1">
                <a:solidFill>
                  <a:srgbClr val="444444"/>
                </a:solidFill>
              </a:rPr>
              <a:t>KV Locality</a:t>
            </a:r>
            <a:r>
              <a:rPr sz="1600" b="0">
                <a:solidFill>
                  <a:srgbClr val="444444"/>
                </a:solidFill>
              </a:rPr>
              <a:t>: 한 프로그램은 같은 인스턴스로 고정해야 KV 재사용 (아니면 재프리필)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1">
                <a:solidFill>
                  <a:srgbClr val="444444"/>
                </a:solidFill>
              </a:rPr>
              <a:t>Load Balancing</a:t>
            </a:r>
            <a:r>
              <a:rPr sz="1600" b="0">
                <a:solidFill>
                  <a:srgbClr val="444444"/>
                </a:solidFill>
              </a:rPr>
              <a:t>: 클러스터 전체는 골고루 써야 throughput 최대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→ 둘이 상충. 이걸 어떻게 조율해 라우팅하느냐가 연구 핵심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ThunderAgent: </a:t>
            </a:r>
            <a:r>
              <a:rPr sz="1800" b="1">
                <a:solidFill>
                  <a:srgbClr val="444444"/>
                </a:solidFill>
              </a:rPr>
              <a:t>프로그램 단위 + capacity-aware 스케줄링</a:t>
            </a:r>
            <a:r>
              <a:rPr sz="1800" b="0">
                <a:solidFill>
                  <a:srgbClr val="444444"/>
                </a:solidFill>
              </a:rPr>
              <a:t>으로 KV 캐시 스래싱을 방지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우리 비교축 (라우터 모드):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1">
                <a:solidFill>
                  <a:srgbClr val="444444"/>
                </a:solidFill>
              </a:rPr>
              <a:t>tr</a:t>
            </a:r>
            <a:r>
              <a:rPr sz="1600" b="0">
                <a:solidFill>
                  <a:srgbClr val="444444"/>
                </a:solidFill>
              </a:rPr>
              <a:t> = program-aware capacity scheduling (논문 핵심)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1">
                <a:solidFill>
                  <a:srgbClr val="444444"/>
                </a:solidFill>
              </a:rPr>
              <a:t>default</a:t>
            </a:r>
            <a:r>
              <a:rPr sz="1600" b="0">
                <a:solidFill>
                  <a:srgbClr val="444444"/>
                </a:solidFill>
              </a:rPr>
              <a:t> = 단순 최소부하 프록시 (naive baseline)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이번 작업의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논문(ICML 2026)의 경향을 </a:t>
            </a:r>
            <a:r>
              <a:rPr sz="1800" b="1">
                <a:solidFill>
                  <a:srgbClr val="444444"/>
                </a:solidFill>
              </a:rPr>
              <a:t>우리 랩 GPU에서 재현</a:t>
            </a:r>
            <a:r>
              <a:rPr sz="1800" b="0">
                <a:solidFill>
                  <a:srgbClr val="444444"/>
                </a:solidFill>
              </a:rPr>
              <a:t>한다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핵심 질문: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tr이 default보다 </a:t>
            </a:r>
            <a:r>
              <a:rPr sz="1600" b="1">
                <a:solidFill>
                  <a:srgbClr val="444444"/>
                </a:solidFill>
              </a:rPr>
              <a:t>KV hit rate·throughput을 더 잘 지키는가?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부하를 올릴 때 </a:t>
            </a:r>
            <a:r>
              <a:rPr sz="1600" b="1">
                <a:solidFill>
                  <a:srgbClr val="444444"/>
                </a:solidFill>
              </a:rPr>
              <a:t>KV 스래싱으로 성능이 꺾이는 지점</a:t>
            </a:r>
            <a:r>
              <a:rPr sz="1600" b="0">
                <a:solidFill>
                  <a:srgbClr val="444444"/>
                </a:solidFill>
              </a:rPr>
              <a:t>이 논문처럼 나타나는가?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지금 단계는 </a:t>
            </a:r>
            <a:r>
              <a:rPr sz="1800" b="1">
                <a:solidFill>
                  <a:srgbClr val="444444"/>
                </a:solidFill>
              </a:rPr>
              <a:t>homogeneous(동일 GPU) baseline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→ 최종 목표인 </a:t>
            </a:r>
            <a:r>
              <a:rPr sz="1600" b="1">
                <a:solidFill>
                  <a:srgbClr val="444444"/>
                </a:solidFill>
              </a:rPr>
              <a:t>heterogeneous(서로 다른 GPU)</a:t>
            </a:r>
            <a:r>
              <a:rPr sz="1600" b="0">
                <a:solidFill>
                  <a:srgbClr val="444444"/>
                </a:solidFill>
              </a:rPr>
              <a:t> 로 가기 위한 발판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‘무엇을 했다’가 아니라, 관찰이 heterogeneous로 넘어가는 근거가 되는지가 핵심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실험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mango1 단일 노드, GPU 0+1 (둘 다 RTX 4090)</a:t>
            </a:r>
            <a:r>
              <a:rPr sz="1800" b="0">
                <a:solidFill>
                  <a:srgbClr val="444444"/>
                </a:solidFill>
              </a:rPr>
              <a:t> — 단일노드 선택 이유: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스래싱은 </a:t>
            </a:r>
            <a:r>
              <a:rPr sz="1600" b="1">
                <a:solidFill>
                  <a:srgbClr val="444444"/>
                </a:solidFill>
              </a:rPr>
              <a:t>GPU(백엔드) 단위</a:t>
            </a:r>
            <a:r>
              <a:rPr sz="1600" b="0">
                <a:solidFill>
                  <a:srgbClr val="444444"/>
                </a:solidFill>
              </a:rPr>
              <a:t> 현상 → 물리 서버 수와 무관. 네트워크 교란 없이 깨끗하게 재현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vLLM </a:t>
            </a:r>
            <a:r>
              <a:rPr sz="1800" b="1">
                <a:solidFill>
                  <a:srgbClr val="444444"/>
                </a:solidFill>
              </a:rPr>
              <a:t>2인스턴스</a:t>
            </a:r>
            <a:r>
              <a:rPr sz="1800" b="0">
                <a:solidFill>
                  <a:srgbClr val="444444"/>
                </a:solidFill>
              </a:rPr>
              <a:t>(:8000/:8001, Qwen3-8B) + </a:t>
            </a:r>
            <a:r>
              <a:rPr sz="1800" b="1">
                <a:solidFill>
                  <a:srgbClr val="444444"/>
                </a:solidFill>
              </a:rPr>
              <a:t>ThunderAgent 프록시</a:t>
            </a:r>
            <a:r>
              <a:rPr sz="1800" b="0">
                <a:solidFill>
                  <a:srgbClr val="444444"/>
                </a:solidFill>
              </a:rPr>
              <a:t>(:9000)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합성 워크로드 드라이버</a:t>
            </a:r>
            <a:r>
              <a:rPr sz="1800" b="0">
                <a:solidFill>
                  <a:srgbClr val="444444"/>
                </a:solidFill>
              </a:rPr>
              <a:t> — 실제 에이전트 자원 패턴만 흉내 (외부 API/Docker 불필요):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프로그램 = 고유 program_id, </a:t>
            </a:r>
            <a:r>
              <a:rPr sz="1600" b="1">
                <a:solidFill>
                  <a:srgbClr val="444444"/>
                </a:solidFill>
              </a:rPr>
              <a:t>멀티턴</a:t>
            </a:r>
            <a:r>
              <a:rPr sz="1600" b="0">
                <a:solidFill>
                  <a:srgbClr val="444444"/>
                </a:solidFill>
              </a:rPr>
              <a:t>(리즈닝 → 툴콜 sleep → 다음 턴), 종료 시 release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동시 프로그램 수(concurrency)를 올려가며 스윕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측정 지표: </a:t>
            </a:r>
            <a:r>
              <a:rPr sz="1800" b="1">
                <a:solidFill>
                  <a:srgbClr val="444444"/>
                </a:solidFill>
              </a:rPr>
              <a:t>throughput, p95 latency, KV prefix-cache hit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세팅 이슈 &amp; 원본 코드 버그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툴체인 이슈(간단): sudo 없이 Python 헤더 / flashinfer-nvcc(gcc13) 충돌 / KV 메모리 → 전부 우회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(상세는 SETUP_NOTES 문서)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★ </a:t>
            </a:r>
            <a:r>
              <a:rPr sz="1800" b="1">
                <a:solidFill>
                  <a:srgbClr val="444444"/>
                </a:solidFill>
              </a:rPr>
              <a:t>원본 코드 버그 발견 &amp; 수정</a:t>
            </a:r>
            <a:r>
              <a:rPr sz="1800" b="0">
                <a:solidFill>
                  <a:srgbClr val="444444"/>
                </a:solidFill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`__init__.py`가 app을 즉시 import → </a:t>
            </a:r>
            <a:r>
              <a:rPr sz="1600" b="1">
                <a:solidFill>
                  <a:srgbClr val="444444"/>
                </a:solidFill>
              </a:rPr>
              <a:t>CLI 설정이 반영되기 전 기본값으로 라우터 생성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결과: `--backends`/`--router`가 무시됨 → </a:t>
            </a:r>
            <a:r>
              <a:rPr sz="1600" b="1">
                <a:solidFill>
                  <a:srgbClr val="444444"/>
                </a:solidFill>
              </a:rPr>
              <a:t>백엔드 1개만, 항상 tr 모드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→ 안 잡았으면 </a:t>
            </a:r>
            <a:r>
              <a:rPr sz="1600" b="1">
                <a:solidFill>
                  <a:srgbClr val="444444"/>
                </a:solidFill>
              </a:rPr>
              <a:t>tr vs default 비교 자체가 무효</a:t>
            </a:r>
            <a:r>
              <a:rPr sz="1600" b="0">
                <a:solidFill>
                  <a:srgbClr val="444444"/>
                </a:solidFill>
              </a:rPr>
              <a:t>였음 (초기 결과 폐기 후 재실험)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베이스라인 신뢰성에 직결된 버그 — 재현 연구에서 이런 검증이 중요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결과 1단계 — 일반 워크로드 (짧은 컨텍스트)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설정: 짧은 컨텍스트, concurrency 8 → 128, 두 백엔드 균등 분산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관찰: </a:t>
            </a:r>
            <a:r>
              <a:rPr sz="1800" b="1">
                <a:solidFill>
                  <a:srgbClr val="444444"/>
                </a:solidFill>
              </a:rPr>
              <a:t>중고부하 C=64~96에서 tr이 우세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throughput C=96: </a:t>
            </a:r>
            <a:r>
              <a:rPr sz="1600" b="1">
                <a:solidFill>
                  <a:srgbClr val="444444"/>
                </a:solidFill>
              </a:rPr>
              <a:t>tr 17.9 vs default 14.1 prog/s (+27%)</a:t>
            </a:r>
            <a:r>
              <a:rPr sz="1600" b="0">
                <a:solidFill>
                  <a:srgbClr val="444444"/>
                </a:solidFill>
              </a:rPr>
              <a:t>, p95도 tr 낮음(6.2 vs 8.7s)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default는 C=64에서 이미 throughput 천장 → tr은 C=96까지 더 버팀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단, KV hit rate는 tr·default 모두 ~0.95로 비슷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→ 이때 tr 이득은 </a:t>
            </a:r>
            <a:r>
              <a:rPr sz="1600" b="1">
                <a:solidFill>
                  <a:srgbClr val="444444"/>
                </a:solidFill>
              </a:rPr>
              <a:t>‘부하 분산’</a:t>
            </a:r>
            <a:r>
              <a:rPr sz="1600" b="0">
                <a:solidFill>
                  <a:srgbClr val="444444"/>
                </a:solidFill>
              </a:rPr>
              <a:t> 에서 온 것. 논문 핵심인 </a:t>
            </a:r>
            <a:r>
              <a:rPr sz="1600" b="1">
                <a:solidFill>
                  <a:srgbClr val="444444"/>
                </a:solidFill>
              </a:rPr>
              <a:t>‘스래싱 방지’는 아직 안 나타남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한계 발견</a:t>
            </a:r>
            <a:r>
              <a:rPr sz="1800" b="0">
                <a:solidFill>
                  <a:srgbClr val="444444"/>
                </a:solidFill>
              </a:rPr>
              <a:t>: KV 용량을 안 넘겨서 스래싱 자체가 없었음 → 2단계로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★ 1단계의 한계를 발견한 것이 2단계 실험의 동기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65F00"/>
                </a:solidFill>
              </a:rPr>
              <a:t>결과 2단계 — 스래싱 심화 (KV 용량 압박)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D6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44444"/>
                </a:solidFill>
              </a:rPr>
              <a:t>정조준: 프로그램마다 </a:t>
            </a:r>
            <a:r>
              <a:rPr sz="1500" b="1">
                <a:solidFill>
                  <a:srgbClr val="444444"/>
                </a:solidFill>
              </a:rPr>
              <a:t>고유한 긴 컨텍스트(ctx≈3000 토큰)</a:t>
            </a:r>
            <a:r>
              <a:rPr sz="1500" b="0">
                <a:solidFill>
                  <a:srgbClr val="444444"/>
                </a:solidFill>
              </a:rPr>
              <a:t> 를 넣어 2×4090 KV 용량을 초과 → 재프리필 폭증 유도</a:t>
            </a:r>
          </a:p>
          <a:p>
            <a:r>
              <a:rPr sz="1500" b="0">
                <a:solidFill>
                  <a:srgbClr val="D65F00"/>
                </a:solidFill>
              </a:rPr>
              <a:t>결과: </a:t>
            </a:r>
            <a:r>
              <a:rPr sz="1500" b="1">
                <a:solidFill>
                  <a:srgbClr val="D65F00"/>
                </a:solidFill>
              </a:rPr>
              <a:t>tr hit 0.67 유지 vs default 0.02 붕괴 (~28×)</a:t>
            </a:r>
            <a:r>
              <a:rPr sz="1500" b="0">
                <a:solidFill>
                  <a:srgbClr val="D65F00"/>
                </a:solidFill>
              </a:rPr>
              <a:t>, throughput +57%, 고부하 p95 97s vs 158s</a:t>
            </a:r>
          </a:p>
        </p:txBody>
      </p:sp>
      <p:pic>
        <p:nvPicPr>
          <p:cNvPr id="5" name="Picture 4" descr="thrash_hi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148840"/>
            <a:ext cx="3886200" cy="2632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" y="6309360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</a:rPr>
              <a:t>KV hit rate (핵심)</a:t>
            </a:r>
          </a:p>
        </p:txBody>
      </p:sp>
      <p:pic>
        <p:nvPicPr>
          <p:cNvPr id="7" name="Picture 6" descr="thrash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2148840"/>
            <a:ext cx="3886200" cy="26325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33088" y="6309360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</a:rPr>
              <a:t>throughput</a:t>
            </a:r>
          </a:p>
        </p:txBody>
      </p:sp>
      <p:pic>
        <p:nvPicPr>
          <p:cNvPr id="9" name="Picture 8" descr="thrash_p95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148840"/>
            <a:ext cx="3886200" cy="26325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29016" y="6309360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</a:rPr>
              <a:t>p95 latency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결과 분석 — 1→2단계 스토리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default의 hit 0.02 붕괴 = 매 턴 재프리필 폭증 = 논문이 말한 ‘KV 스래싱’ 그 자체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재프리필 토큰량: </a:t>
            </a:r>
            <a:r>
              <a:rPr sz="1600" b="1">
                <a:solidFill>
                  <a:srgbClr val="444444"/>
                </a:solidFill>
              </a:rPr>
              <a:t>tr ≈ 2M vs default ≈ 25M (약 10배)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tr이 이긴 진짜 이유: capacity-aware로 </a:t>
            </a:r>
            <a:r>
              <a:rPr sz="1800" b="1">
                <a:solidFill>
                  <a:srgbClr val="444444"/>
                </a:solidFill>
              </a:rPr>
              <a:t>활성 working set을 용량 안에 유지 → 캐시 보존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1단계 이득(부하분산)과 </a:t>
            </a:r>
            <a:r>
              <a:rPr sz="1600" b="1">
                <a:solidFill>
                  <a:srgbClr val="444444"/>
                </a:solidFill>
              </a:rPr>
              <a:t>질적으로 다름</a:t>
            </a:r>
            <a:r>
              <a:rPr sz="1600" b="0">
                <a:solidFill>
                  <a:srgbClr val="444444"/>
                </a:solidFill>
              </a:rPr>
              <a:t> — 이번엔 ‘스래싱 방지’ 자체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스토리: </a:t>
            </a:r>
            <a:r>
              <a:rPr sz="1800" b="1">
                <a:solidFill>
                  <a:srgbClr val="444444"/>
                </a:solidFill>
              </a:rPr>
              <a:t>1단계에서 한계 발견 → 2단계에서 정조준해 재현</a:t>
            </a:r>
            <a:r>
              <a:rPr sz="1800" b="0">
                <a:solidFill>
                  <a:srgbClr val="444444"/>
                </a:solidFill>
              </a:rPr>
              <a:t> → 논문 경향과 일치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homogeneous에서 tr은 두 백엔드에 </a:t>
            </a:r>
            <a:r>
              <a:rPr sz="1800" b="1">
                <a:solidFill>
                  <a:srgbClr val="444444"/>
                </a:solidFill>
              </a:rPr>
              <a:t>거의 반반 분배</a:t>
            </a:r>
            <a:r>
              <a:rPr sz="1800" b="0">
                <a:solidFill>
                  <a:srgbClr val="444444"/>
                </a:solidFill>
              </a:rPr>
              <a:t> → 동일 GPU라 반반이 최적이었기 때문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→ 이 마지막 관찰이 heterogeneous로 넘어가는 다리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65F00"/>
                </a:solidFill>
              </a:rPr>
              <a:t>★ Heterogeneous로의 연결 (핵심 통찰)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D6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GPU가 다르면(4090 vs 5090) </a:t>
            </a:r>
            <a:r>
              <a:rPr sz="1800" b="1">
                <a:solidFill>
                  <a:srgbClr val="444444"/>
                </a:solidFill>
              </a:rPr>
              <a:t>반반 분배는 더 이상 최적이 아니다</a:t>
            </a:r>
            <a:r>
              <a:rPr sz="1800" b="0">
                <a:solidFill>
                  <a:srgbClr val="444444"/>
                </a:solidFill>
              </a:rPr>
              <a:t> → 성능에 비례해 나눠야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그런데 </a:t>
            </a:r>
            <a:r>
              <a:rPr sz="1800" b="1">
                <a:solidFill>
                  <a:srgbClr val="444444"/>
                </a:solidFill>
              </a:rPr>
              <a:t>현재 tr 라우터는 GPU 성능 차이를 라우팅에 반영하지 못한다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compute 처리량 · 메모리 대역폭 · </a:t>
            </a:r>
            <a:r>
              <a:rPr sz="1600" b="1">
                <a:solidFill>
                  <a:srgbClr val="444444"/>
                </a:solidFill>
              </a:rPr>
              <a:t>KV 용량</a:t>
            </a:r>
            <a:r>
              <a:rPr sz="1600" b="0">
                <a:solidFill>
                  <a:srgbClr val="444444"/>
                </a:solidFill>
              </a:rPr>
              <a:t>의 차이를 모름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특히 </a:t>
            </a:r>
            <a:r>
              <a:rPr sz="1800" b="1">
                <a:solidFill>
                  <a:srgbClr val="444444"/>
                </a:solidFill>
              </a:rPr>
              <a:t>KV 용량이 다르면 스래싱 시작점이 백엔드마다 다르다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→ 균등 분배가 </a:t>
            </a:r>
            <a:r>
              <a:rPr sz="1600" b="1">
                <a:solidFill>
                  <a:srgbClr val="444444"/>
                </a:solidFill>
              </a:rPr>
              <a:t>작은/느린 GPU에서 먼저 스래싱</a:t>
            </a:r>
            <a:r>
              <a:rPr sz="1600" b="0">
                <a:solidFill>
                  <a:srgbClr val="444444"/>
                </a:solidFill>
              </a:rPr>
              <a:t>을 유발할 수 있음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→ </a:t>
            </a:r>
            <a:r>
              <a:rPr sz="1800" b="1">
                <a:solidFill>
                  <a:srgbClr val="444444"/>
                </a:solidFill>
              </a:rPr>
              <a:t>heterogeneous에선 tr조차 최적이 아니다. 바로 여기가 우리가 파고들 지점.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다음 실험 제안 &amp; 열린 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제안 세팅: </a:t>
            </a:r>
            <a:r>
              <a:rPr sz="1800" b="1">
                <a:solidFill>
                  <a:srgbClr val="444444"/>
                </a:solidFill>
              </a:rPr>
              <a:t>mango(4090) + goguma6(5090)</a:t>
            </a:r>
            <a:r>
              <a:rPr sz="1800" b="0">
                <a:solidFill>
                  <a:srgbClr val="444444"/>
                </a:solidFill>
              </a:rPr>
              <a:t> 2인스턴스 heterogeneous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(논문의 H100급 가정과는 격차 있음 — 우리가 가진 자원 기준)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가설: tr의 </a:t>
            </a:r>
            <a:r>
              <a:rPr sz="1800" b="1">
                <a:solidFill>
                  <a:srgbClr val="444444"/>
                </a:solidFill>
              </a:rPr>
              <a:t>균등 분배가 4090을 먼저 스래싱</a:t>
            </a:r>
            <a:r>
              <a:rPr sz="1800" b="0">
                <a:solidFill>
                  <a:srgbClr val="444444"/>
                </a:solidFill>
              </a:rPr>
              <a:t>시켜 전체 throughput을 떨어뜨릴 것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볼 지표: </a:t>
            </a:r>
            <a:r>
              <a:rPr sz="1800" b="1">
                <a:solidFill>
                  <a:srgbClr val="444444"/>
                </a:solidFill>
              </a:rPr>
              <a:t>백엔드별 KV hit rate·스래싱 시작점</a:t>
            </a:r>
            <a:r>
              <a:rPr sz="1800" b="0">
                <a:solidFill>
                  <a:srgbClr val="444444"/>
                </a:solidFill>
              </a:rPr>
              <a:t>, 전체 throughput/p95, 실제 분배 비율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열린 질문(논의):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성능 비례 분배의 기준을 무엇으로? (KV 용량? 처리량? 대역폭?)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KV locality를 얼마나 희생하고 부하를 옮길 것인가?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반복측정(에러바)·논문 정독은 진행 예정 (현재 각 점 1회) — </a:t>
            </a:r>
            <a:r>
              <a:rPr sz="1600" b="1">
                <a:solidFill>
                  <a:srgbClr val="444444"/>
                </a:solidFill>
              </a:rPr>
              <a:t>TBD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부록 — 재현 방법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78992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2× vLLM(env: CPATH, VLLM_ATTENTION_BACKEND=FLASH_ATTN) + ThunderAgent 프록시(tr/default)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합성 드라이버로 concurrency 스윕 → JSON → 그래프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스래싱 유도: 드라이버 `--ctx-tokens 3000` (프로그램별 고유 긴 컨텍스트)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산출물 (git 브랜치 `yunuikang/thunderagent`):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EXPERIMENT_LOG_yunuikang.md · SETUP_NOTES_yunuikang.md · scripts/ · figures/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